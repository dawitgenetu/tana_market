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TANA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F59E0B"/>
                </a:solidFill>
              </a:defRPr>
            </a:pPr>
            <a:r>
              <a:t>Comprehensive E-Commerce Platform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>
                <a:solidFill>
                  <a:srgbClr val="FFFFFF"/>
                </a:solidFill>
              </a:defRPr>
            </a:pPr>
            <a:r>
              <a:t>Presented by: Tana Market Team</a:t>
            </a:r>
            <a:br/>
            <a:r>
              <a:t>Date: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Tana Market is a modern, full-stack e-commerce platform facilitating seamless interaction between vendors and customers.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Built to address the digital gap in local retail markets by providing a robust online presence.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Integrates advanced features like Role-Based Access Control (RBAC), Real-time Tracking, and Secure Digital Payments.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Statement of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Limited Market Reach: Local vendors struggle to reach a wider audience beyond their physical location.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Inefficient Inventory Management: Manual tracking leads to stock discrepancies and operational losses.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Lack of Trust: Customers often face issues with payment security and order transparency.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Fragmented Processes: Disconnected systems for sales, shipping, and payments cause delays.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General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To develop a scalable, secure, and user-friendly web-based e-commerce application that streamlines the entire online shopping lifecycle.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To bridge the gap between traditional retail and digital commerce in the local market.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To provide a centralized platform for managing products, orders, users, and financial transactions efficiently.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Specific Objectives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Develop a responsive user interface for Customers, Managers, and Admins using React.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Implement a Role-Based Access Control (RBAC) system to ensure data security and appropriate user permissions.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Create a robust product management system allowing dynamic categorization, image uploads, and inventory tracking.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Integrate Chapa payment gateway for secure, real-time local currency transactions.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Specific Objectives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Establish an automated order tracking system with unique tracking IDs (e.g., TANA-2026-XXXX).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Implement real-time dashboards for Admins to monitor sales statistics and user activities.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Provide a feedback loop through a product rating and review system to enhance trust.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Ensure data integrity and security through encryption and secure API authentication.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Scope (In-Scope)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User Registration &amp; Authentication (Login/Register/Logout).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Product Catalog: Search, Filter, Sort, and View Details.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Shopping Cart &amp; Checkout Process.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Order Management: lifecycle from 'Pending' to 'Delivered'.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Admin Dashboard: User audits, Reports, and System Settings.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Manager Dashboard: Product CRUD and Order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Scope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Mobile App: The current phase focuses only on the Web Application (Responsive), not a native mobile app.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International Shipping: Initial launch supports local logistics only (e.g., Bahir Dar).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Offline Mode: The system requires an active internet connection to function.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Multi-Vendor Marketplace: Currently operates as a single-store inventory model, not a multi-vendor 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Frontend: Single Page Application (SPA) built with React + Vite.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Backend: RESTful API built with Node.js and Express.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Database: MongoDB for flexible, document-oriented data storage.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Deployment: Docker-ready, cloud-agnostic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Frontend: React.js, TailwindCSS (Styling), Framer Motion (Animations), Axios (API).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Backend: Node.js, Express.js, JWT (Auth), Multer (File Uploads).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Database: MongoDB, Mongoose ODM.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Tools: Git, Postman, VS Code, PlantUML (Documentation).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Module: User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Registration: Secure signup with email validation.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Authentication: JWT (JSON Web Tokens) for session management.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RBAC Implementation: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   - Admin: Full system control.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   - Manager: Inventory &amp; Order focus.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   - Customer: Shopping &amp; Profile focus.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Module: Product &amp; Inventory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CRUD Operations: Create, Read, Update, Delete products.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Categorization: Hierarchical organization (Electronics, Fashion, etc.).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Stock Control: Auto-decrement stock upon order placement.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Media: Support for multiple product images.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Module: Order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Order Creation: Validates cart items, stock availability, and prices.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Unique Tracking: Generates readable IDs (TANA-YYYYMMDD-XXXX).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Status Workflow: Pending -&gt; Paid -&gt; Approved -&gt; Shipped -&gt; Delivered.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History: Users can view past orders and download summaries.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Payment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Gateway: Chapa (Ethio-centric payment provider).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Flow: Redirect-based secure checkout.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Webhook Verification: Server-side validation of payment success to prevent fraud.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Currency: Supports local currency (ETB).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Security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Data Encryption: BCrypt for passwords.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API Security: Rate limiting, CORS configuration, and Input Validation (Express-Validator).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Authorization: Middleware checks for valid Tokens and Roles before access.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Audit Logs: Tracks critical actions (Logins, Deletions) for accountability.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Database &amp;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Collections: Users, Products, Orders, Notifications, Comments.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Relationships: Referenced via MongoDB ObjectIds (e.g., Order belongs to User).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Indexes: Optimized for search performance (Product Name, Category).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Scalability: Schema-less design allows easy future attribute additions.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Challenge: Handling concurrent orders for low-stock items.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Solution: Mongoose transactions and atomic updates.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Challenge: Ensuring secure payments without PCI-DSS overhead.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Solution: Offloading sensitive card data handling to Chapa's secure pages.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The project successfully met the core objectives of creating a functional e-commerce platform.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Provides a solid foundation for local businesses to digitize.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Future Enhancements: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   - AI-based Product Recommendations.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   - Native Mobile Applications (iOS/Android).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000">
                <a:solidFill>
                  <a:srgbClr val="334155"/>
                </a:solidFill>
                <a:latin typeface="Calibri"/>
              </a:defRPr>
            </a:pPr>
            <a:r>
              <a:t>•    - Advanced Analytics &amp;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